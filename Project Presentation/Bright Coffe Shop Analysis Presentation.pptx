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24689-A768-45C0-BD0E-57A15FF6E903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9D4E0-FE74-4B4D-8421-8ACD97E14F7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709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9D4E0-FE74-4B4D-8421-8ACD97E14F7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47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7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6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14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2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8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0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5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85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4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80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0" r:id="rId8"/>
    <p:sldLayoutId id="2147483689" r:id="rId9"/>
    <p:sldLayoutId id="2147483688" r:id="rId10"/>
    <p:sldLayoutId id="214748368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file:///C:\Users\amaswanganye\Downloads\Visualization%20analysis.xlsx!Revenue_per_product_per_day!%5bVisualization%20analysis.xlsx%5dRevenue_per_product_per_day%20Chart%20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file:///C:\Users\amaswanganye\Downloads\Visualization%20analysis.xlsx!Revenue_per_store_location!%5bVisualization%20analysis.xlsx%5dRevenue_per_store_location%20Chart%202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file:///C:\Users\amaswanganye\Downloads\Visualization%20analysis.xlsx!Revenue%20_per_month_per_store!%5bVisualization%20analysis.xlsx%5dRevenue%20_per_month_per_store%20Chart%201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file:///C:\Users\amaswanganye\Downloads\Visualization%20analysis.xlsx!Revenue_per_weekday_and_weekend!%5bVisualization%20analysis.xlsx%5dRevenue_per_weekday_and_weekend%20Chart%201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file:///C:\Users\amaswanganye\Downloads\Visualization%20analysis.xlsx!Peak_time_sales!%5bVisualization%20analysis.xlsx%5dPeak_time_sales%20Chart%201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file:///C:\Users\amaswanganye\Downloads\Visualization%20analysis.xlsx!Qty_items_sold_per_product!%5bVisualization%20analysis.xlsx%5dQty_items_sold_per_product%20Chart%201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file:///C:\Users\amaswanganye\Downloads\Visualization%20analysis.xlsx!Most_selling_product_by_reve!%5bVisualization%20analysis.xlsx%5dMost_selling_product_by_reve%20Chart%201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81EBA-43EB-737D-2709-2D12500B8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118" y="861576"/>
            <a:ext cx="2454571" cy="3914947"/>
          </a:xfrm>
        </p:spPr>
        <p:txBody>
          <a:bodyPr>
            <a:normAutofit/>
          </a:bodyPr>
          <a:lstStyle/>
          <a:p>
            <a:r>
              <a:rPr lang="en-GB" sz="4000" dirty="0"/>
              <a:t>Bright </a:t>
            </a:r>
            <a:r>
              <a:rPr lang="en-GB" sz="4000" dirty="0" err="1"/>
              <a:t>Coffe</a:t>
            </a:r>
            <a:r>
              <a:rPr lang="en-GB" sz="4000" dirty="0"/>
              <a:t> Shop Analysis</a:t>
            </a:r>
            <a:endParaRPr lang="en-ZA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2DA17-0D33-BBAC-DE73-901D6430A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3189" y="5557293"/>
            <a:ext cx="2703583" cy="965440"/>
          </a:xfrm>
        </p:spPr>
        <p:txBody>
          <a:bodyPr>
            <a:normAutofit/>
          </a:bodyPr>
          <a:lstStyle/>
          <a:p>
            <a:r>
              <a:rPr lang="en-GB" sz="1800" dirty="0" err="1">
                <a:solidFill>
                  <a:srgbClr val="FF0000"/>
                </a:solidFill>
              </a:rPr>
              <a:t>BrightLearn</a:t>
            </a:r>
            <a:endParaRPr lang="en-ZA" sz="1800" dirty="0">
              <a:solidFill>
                <a:srgbClr val="FF0000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B83B883-771A-8DA2-3E59-E35458573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47" t="9091" r="1" b="1"/>
          <a:stretch>
            <a:fillRect/>
          </a:stretch>
        </p:blipFill>
        <p:spPr>
          <a:xfrm>
            <a:off x="2924298" y="1"/>
            <a:ext cx="9267701" cy="619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9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7F8D03A-9239-57F4-4C2C-FFF45F26F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82861"/>
              </p:ext>
            </p:extLst>
          </p:nvPr>
        </p:nvGraphicFramePr>
        <p:xfrm>
          <a:off x="5775377" y="981229"/>
          <a:ext cx="6029325" cy="337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29010" imgH="3380521" progId="Excel.Sheet.12">
                  <p:link updateAutomatic="1"/>
                </p:oleObj>
              </mc:Choice>
              <mc:Fallback>
                <p:oleObj name="Worksheet" r:id="rId2" imgW="6029010" imgH="338052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75377" y="981229"/>
                        <a:ext cx="6029325" cy="337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DCEAB37-08AE-77BF-DCB0-AC693464723B}"/>
              </a:ext>
            </a:extLst>
          </p:cNvPr>
          <p:cNvSpPr txBox="1"/>
          <p:nvPr/>
        </p:nvSpPr>
        <p:spPr>
          <a:xfrm>
            <a:off x="1584960" y="1367246"/>
            <a:ext cx="3126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visual shows that Barisra Espresso is the most selling product from the coffee shop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3702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3CC893B-CA2C-6EDD-7A6F-4438BF988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169693"/>
              </p:ext>
            </p:extLst>
          </p:nvPr>
        </p:nvGraphicFramePr>
        <p:xfrm>
          <a:off x="7118709" y="1462702"/>
          <a:ext cx="4581525" cy="27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42" imgH="2750859" progId="Excel.Sheet.12">
                  <p:link updateAutomatic="1"/>
                </p:oleObj>
              </mc:Choice>
              <mc:Fallback>
                <p:oleObj name="Worksheet" r:id="rId2" imgW="4581342" imgH="275085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18709" y="1462702"/>
                        <a:ext cx="4581525" cy="275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E33CEE7-D07C-501A-4CA4-4E45854F7935}"/>
              </a:ext>
            </a:extLst>
          </p:cNvPr>
          <p:cNvSpPr txBox="1"/>
          <p:nvPr/>
        </p:nvSpPr>
        <p:spPr>
          <a:xfrm>
            <a:off x="1689463" y="1375954"/>
            <a:ext cx="3648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Hell’s Kitchen has the highest revenue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3689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1534C9A-E47A-34F8-F366-983DCA437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940708"/>
              </p:ext>
            </p:extLst>
          </p:nvPr>
        </p:nvGraphicFramePr>
        <p:xfrm>
          <a:off x="5428841" y="984940"/>
          <a:ext cx="6386513" cy="386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387236" imgH="3865099" progId="Excel.Sheet.12">
                  <p:link updateAutomatic="1"/>
                </p:oleObj>
              </mc:Choice>
              <mc:Fallback>
                <p:oleObj name="Worksheet" r:id="rId2" imgW="6387236" imgH="386509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28841" y="984940"/>
                        <a:ext cx="6386513" cy="386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4345A04-EC02-FB76-AE5D-7C00445BF91D}"/>
              </a:ext>
            </a:extLst>
          </p:cNvPr>
          <p:cNvSpPr txBox="1"/>
          <p:nvPr/>
        </p:nvSpPr>
        <p:spPr>
          <a:xfrm>
            <a:off x="931817" y="1219200"/>
            <a:ext cx="31350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June has the highest revenue for all the stores while February has the list for all stored. This is due to winter weather.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9217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AB3343C-5BE6-E472-927D-A12F43CF7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70087"/>
              </p:ext>
            </p:extLst>
          </p:nvPr>
        </p:nvGraphicFramePr>
        <p:xfrm>
          <a:off x="5660163" y="1312409"/>
          <a:ext cx="4581525" cy="27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42" imgH="2750859" progId="Excel.Sheet.12">
                  <p:link updateAutomatic="1"/>
                </p:oleObj>
              </mc:Choice>
              <mc:Fallback>
                <p:oleObj name="Worksheet" r:id="rId2" imgW="4581342" imgH="275085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60163" y="1312409"/>
                        <a:ext cx="4581525" cy="275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81B5C1-6FAA-BF7A-C44F-CD7A75CDA5E8}"/>
              </a:ext>
            </a:extLst>
          </p:cNvPr>
          <p:cNvSpPr txBox="1"/>
          <p:nvPr/>
        </p:nvSpPr>
        <p:spPr>
          <a:xfrm>
            <a:off x="1323703" y="1445623"/>
            <a:ext cx="3021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chart shows that revenue is mostly generated by weekday than on weekends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0703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AFB2384-9000-B0D3-71A1-5AC3314639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995184"/>
              </p:ext>
            </p:extLst>
          </p:nvPr>
        </p:nvGraphicFramePr>
        <p:xfrm>
          <a:off x="7059715" y="1295554"/>
          <a:ext cx="4581525" cy="27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42" imgH="2750859" progId="Excel.Sheet.12">
                  <p:link updateAutomatic="1"/>
                </p:oleObj>
              </mc:Choice>
              <mc:Fallback>
                <p:oleObj name="Worksheet" r:id="rId2" imgW="4581342" imgH="275085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59715" y="1295554"/>
                        <a:ext cx="4581525" cy="275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459725-5E7D-0124-F3A3-B2D416ADE27C}"/>
              </a:ext>
            </a:extLst>
          </p:cNvPr>
          <p:cNvSpPr txBox="1"/>
          <p:nvPr/>
        </p:nvSpPr>
        <p:spPr>
          <a:xfrm>
            <a:off x="1001486" y="1454331"/>
            <a:ext cx="3735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peaking time that produce the highest sales is during morning hours since everyone drinks coffee on the early hours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4889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38252CD-6549-77A4-5D0F-D4E474284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263625"/>
              </p:ext>
            </p:extLst>
          </p:nvPr>
        </p:nvGraphicFramePr>
        <p:xfrm>
          <a:off x="6096000" y="944563"/>
          <a:ext cx="5419725" cy="374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19484" imgH="3746295" progId="Excel.Sheet.12">
                  <p:link updateAutomatic="1"/>
                </p:oleObj>
              </mc:Choice>
              <mc:Fallback>
                <p:oleObj name="Worksheet" r:id="rId2" imgW="5419484" imgH="374629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944563"/>
                        <a:ext cx="5419725" cy="374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853C3A-4CE8-C463-193F-F80F0E46B9E7}"/>
              </a:ext>
            </a:extLst>
          </p:cNvPr>
          <p:cNvSpPr txBox="1"/>
          <p:nvPr/>
        </p:nvSpPr>
        <p:spPr>
          <a:xfrm>
            <a:off x="1105989" y="1402080"/>
            <a:ext cx="3274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Coffe</a:t>
            </a:r>
            <a:r>
              <a:rPr lang="en-GB" dirty="0"/>
              <a:t> and tea sells the most compared to other products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20779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5B1298E-B207-B427-5615-7B7EA2EF3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021768"/>
              </p:ext>
            </p:extLst>
          </p:nvPr>
        </p:nvGraphicFramePr>
        <p:xfrm>
          <a:off x="711200" y="838764"/>
          <a:ext cx="6938297" cy="5257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720776" imgH="3487085" progId="Excel.Sheet.12">
                  <p:link updateAutomatic="1"/>
                </p:oleObj>
              </mc:Choice>
              <mc:Fallback>
                <p:oleObj name="Worksheet" r:id="rId2" imgW="7720776" imgH="34870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1200" y="838764"/>
                        <a:ext cx="6938297" cy="5257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569DD17-E387-B593-9309-F6F61FB020F4}"/>
              </a:ext>
            </a:extLst>
          </p:cNvPr>
          <p:cNvSpPr txBox="1"/>
          <p:nvPr/>
        </p:nvSpPr>
        <p:spPr>
          <a:xfrm>
            <a:off x="9274629" y="1593669"/>
            <a:ext cx="2481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Dark chocolate </a:t>
            </a:r>
            <a:r>
              <a:rPr lang="en-GB" dirty="0" err="1"/>
              <a:t>Lg</a:t>
            </a:r>
            <a:r>
              <a:rPr lang="en-GB" dirty="0"/>
              <a:t> and Sustainable grown sells more compared to the others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34572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78877-FFAE-C45F-E10C-86EAB7929CA6}"/>
              </a:ext>
            </a:extLst>
          </p:cNvPr>
          <p:cNvSpPr txBox="1"/>
          <p:nvPr/>
        </p:nvSpPr>
        <p:spPr>
          <a:xfrm>
            <a:off x="2159726" y="1733006"/>
            <a:ext cx="9196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Recommendations:</a:t>
            </a:r>
          </a:p>
          <a:p>
            <a:r>
              <a:rPr lang="en-GB" dirty="0"/>
              <a:t>1. Marketing campaigns during slow time slots, the should sell more coffee and not sell other products</a:t>
            </a:r>
          </a:p>
          <a:p>
            <a:r>
              <a:rPr lang="en-GB" dirty="0"/>
              <a:t>2. Stock more of the best-selling items – tea and coffee generates more revenue</a:t>
            </a:r>
          </a:p>
          <a:p>
            <a:r>
              <a:rPr lang="en-GB" dirty="0"/>
              <a:t>3. Promote underperforming products – loose tea and braded product must change prices so that they can sell more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72932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163</Words>
  <Application>Microsoft Office PowerPoint</Application>
  <PresentationFormat>Widescreen</PresentationFormat>
  <Paragraphs>14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7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Aptos</vt:lpstr>
      <vt:lpstr>Arial</vt:lpstr>
      <vt:lpstr>Calisto MT</vt:lpstr>
      <vt:lpstr>Univers Condensed</vt:lpstr>
      <vt:lpstr>ChronicleVTI</vt:lpstr>
      <vt:lpstr>file:///C:\Users\amaswanganye\Downloads\Visualization%20analysis.xlsx!Revenue_per_product_per_day!%5bVisualization%20analysis.xlsx%5dRevenue_per_product_per_day%20Chart%201</vt:lpstr>
      <vt:lpstr>file:///C:\Users\amaswanganye\Downloads\Visualization%20analysis.xlsx!Revenue_per_store_location!%5bVisualization%20analysis.xlsx%5dRevenue_per_store_location%20Chart%202</vt:lpstr>
      <vt:lpstr>file:///C:\Users\amaswanganye\Downloads\Visualization%20analysis.xlsx!Revenue%20_per_month_per_store!%5bVisualization%20analysis.xlsx%5dRevenue%20_per_month_per_store%20Chart%201</vt:lpstr>
      <vt:lpstr>file:///C:\Users\amaswanganye\Downloads\Visualization%20analysis.xlsx!Revenue_per_weekday_and_weekend!%5bVisualization%20analysis.xlsx%5dRevenue_per_weekday_and_weekend%20Chart%201</vt:lpstr>
      <vt:lpstr>file:///C:\Users\amaswanganye\Downloads\Visualization%20analysis.xlsx!Peak_time_sales!%5bVisualization%20analysis.xlsx%5dPeak_time_sales%20Chart%201</vt:lpstr>
      <vt:lpstr>file:///C:\Users\amaswanganye\Downloads\Visualization%20analysis.xlsx!Qty_items_sold_per_product!%5bVisualization%20analysis.xlsx%5dQty_items_sold_per_product%20Chart%201</vt:lpstr>
      <vt:lpstr>file:///C:\Users\amaswanganye\Downloads\Visualization%20analysis.xlsx!Most_selling_product_by_reve!%5bVisualization%20analysis.xlsx%5dMost_selling_product_by_reve%20Chart%201</vt:lpstr>
      <vt:lpstr>Bright Coffe Shop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Andile Maswanganye</dc:creator>
  <cp:lastModifiedBy>Andile Maswanganye</cp:lastModifiedBy>
  <cp:revision>1</cp:revision>
  <dcterms:created xsi:type="dcterms:W3CDTF">2026-03-31T20:17:27Z</dcterms:created>
  <dcterms:modified xsi:type="dcterms:W3CDTF">2026-03-31T21:46:12Z</dcterms:modified>
</cp:coreProperties>
</file>